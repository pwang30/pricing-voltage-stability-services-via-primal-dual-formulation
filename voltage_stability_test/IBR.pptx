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8"/>
  </p:normalViewPr>
  <p:slideViewPr>
    <p:cSldViewPr snapToGrid="0">
      <p:cViewPr>
        <p:scale>
          <a:sx n="229" d="100"/>
          <a:sy n="229" d="100"/>
        </p:scale>
        <p:origin x="144" y="-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4FD0-C9C5-72F8-B742-AD15DC623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F0829-C456-A9E0-1020-30093562B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D9F86-28BF-6997-13C4-8F78439A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1E626-812F-C77E-7554-6B44569B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E42CC-AE2B-0AF0-394D-4200A830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5231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DBD2-AAC9-0AB7-3154-54F52DDD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AE7AE-3375-7481-2E04-53D24CF28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B58E0-B76B-0AF4-59C8-07D7E95D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F04AA-12A0-E990-FA30-EC3718F41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9A96B-378C-A2EF-A957-A0AF8EFA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99948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F21C-5E9D-D2F4-2A08-1DBA689A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F212A-5798-CF43-DE1C-B5003CDA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17581-077A-8D18-46A4-3A802B31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8E19E-DECE-F564-B6F9-F4F99A57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B3E9C-E8DF-D1F0-4A60-92A4CB17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207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98F0-C237-E753-F901-42F58B93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4DDBE-E457-AF94-2429-3373316FA4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69AE5-4C65-95B3-A6B0-09F63C7FE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60A25-BEB3-449F-85D2-55B17AE61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1AD2E-6952-71A1-649B-4BBDF19D7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B2888-48C8-B73F-8848-1FC73E5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5571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4831-1AAD-1B6C-C424-B15DD6C7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F980B-B384-86AC-BE18-1E36DBDE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EA296-DD14-8713-C038-06C44F8F4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E4BE1-D365-895D-2D6C-20B965148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E405C-847F-E801-6B33-9F5840409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A370C4-5079-4DC0-799A-F44A5B37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5C487-2FEA-32D4-D1B2-D9E0F6294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687C0-3796-7553-F303-17CB2CA7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235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D033-33AF-D86B-1B2A-8F0B45110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064F4-2B08-C9F9-BF8A-2DF87A16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152E0-E0B7-046B-F92D-B89B46F86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83A29-2504-821A-F931-CF3549E4D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8140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097DF-566D-891E-AAE5-D80F46937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C7725-8DEF-7BFC-ECE5-585EAF467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1482A-431A-7C5B-0ABD-2EAC0B5D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2718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CBB2-784B-440B-35AD-D8567156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1E0A0-81F5-4A46-6A83-BC3B36F26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733F6-0EE5-7ABE-0D14-592FE2E26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48248-2905-D723-202D-49FDF30BC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3A125-2A67-D5D6-87DF-4C1CD583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C3C23-35B3-50DD-B244-D0B8601B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69849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4E97-630B-CFAE-64D6-E178868EE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443408-6EAE-FA92-C792-3998DF782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DA10F-BD6C-A2B0-08E0-B4797C25F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59BF7-A92E-92F6-4212-91FB7DB1B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C5240-A02E-2C18-576C-CDF6EA0D8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03153-F4A7-7132-9605-F20B786A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6238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0F20-C7DE-AC50-DDC2-B1C8D313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405D5-173B-C232-BF5B-BEBABED81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D639D-711E-D814-EA43-0674FAC7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DA515-ED2A-773C-0538-5ACA9BDC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B5F4A-12F5-AF6C-0E4F-F4F59E1F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670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AD3B0-677C-E238-9738-4FB462754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D2540-1AF0-1626-EA04-425F5A11D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BD2BF-FE43-8C0B-1B6B-F37AE84AD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0B507-89FB-9395-EFB2-CB448597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A2345-7DEC-08B2-9927-787D21F5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361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9B88E-52C5-6028-EE9E-0B792DE4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DFF2F-FF68-9A9B-37A3-4049C1EE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9A084-1F17-1E6A-04A4-8509E83CC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D693A-0E75-A44E-AFF5-12B68F8D9EE5}" type="datetimeFigureOut">
              <a:rPr lang="en-CN" smtClean="0"/>
              <a:t>2026/1/18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C39B1-0ED4-78A8-6B48-CE9E86EF6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EA14D-E546-E9F9-34A0-5C4B686EA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B4CB2-9A2F-3044-BE52-F3F1819C9E1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82048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F1C603-0F87-85E4-F4C4-B83CAA100669}"/>
              </a:ext>
            </a:extLst>
          </p:cNvPr>
          <p:cNvCxnSpPr>
            <a:cxnSpLocks/>
          </p:cNvCxnSpPr>
          <p:nvPr/>
        </p:nvCxnSpPr>
        <p:spPr>
          <a:xfrm>
            <a:off x="2592729" y="1516284"/>
            <a:ext cx="0" cy="3125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63B14-FA2A-1E3A-DB00-3A1AADE4F84C}"/>
              </a:ext>
            </a:extLst>
          </p:cNvPr>
          <p:cNvCxnSpPr>
            <a:cxnSpLocks/>
          </p:cNvCxnSpPr>
          <p:nvPr/>
        </p:nvCxnSpPr>
        <p:spPr>
          <a:xfrm flipH="1">
            <a:off x="2476982" y="1828800"/>
            <a:ext cx="11574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AF1481-C1FB-CED3-064F-4AB18E6EEF81}"/>
              </a:ext>
            </a:extLst>
          </p:cNvPr>
          <p:cNvCxnSpPr>
            <a:cxnSpLocks/>
          </p:cNvCxnSpPr>
          <p:nvPr/>
        </p:nvCxnSpPr>
        <p:spPr>
          <a:xfrm>
            <a:off x="2677010" y="1401580"/>
            <a:ext cx="0" cy="554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C05F9A-9EF2-539F-E13E-ACBCA99D69E8}"/>
              </a:ext>
            </a:extLst>
          </p:cNvPr>
          <p:cNvCxnSpPr>
            <a:cxnSpLocks/>
          </p:cNvCxnSpPr>
          <p:nvPr/>
        </p:nvCxnSpPr>
        <p:spPr>
          <a:xfrm flipH="1">
            <a:off x="2677010" y="1458932"/>
            <a:ext cx="186111" cy="1147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46DA90-74F9-E100-0919-1B118887E156}"/>
              </a:ext>
            </a:extLst>
          </p:cNvPr>
          <p:cNvCxnSpPr>
            <a:cxnSpLocks/>
          </p:cNvCxnSpPr>
          <p:nvPr/>
        </p:nvCxnSpPr>
        <p:spPr>
          <a:xfrm flipH="1">
            <a:off x="2863121" y="1458932"/>
            <a:ext cx="2337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7481E9-243D-40D8-9F5C-50BB42646903}"/>
              </a:ext>
            </a:extLst>
          </p:cNvPr>
          <p:cNvCxnSpPr>
            <a:cxnSpLocks/>
          </p:cNvCxnSpPr>
          <p:nvPr/>
        </p:nvCxnSpPr>
        <p:spPr>
          <a:xfrm>
            <a:off x="2862567" y="1249181"/>
            <a:ext cx="0" cy="2097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B9C54C9-2FC6-197F-6627-6FF5609A4E7E}"/>
              </a:ext>
            </a:extLst>
          </p:cNvPr>
          <p:cNvCxnSpPr>
            <a:cxnSpLocks/>
          </p:cNvCxnSpPr>
          <p:nvPr/>
        </p:nvCxnSpPr>
        <p:spPr>
          <a:xfrm flipH="1" flipV="1">
            <a:off x="2676456" y="1784161"/>
            <a:ext cx="186111" cy="114704"/>
          </a:xfrm>
          <a:prstGeom prst="line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66325B-6AF4-32C0-CDF0-CCCC5401D275}"/>
              </a:ext>
            </a:extLst>
          </p:cNvPr>
          <p:cNvCxnSpPr>
            <a:cxnSpLocks/>
          </p:cNvCxnSpPr>
          <p:nvPr/>
        </p:nvCxnSpPr>
        <p:spPr>
          <a:xfrm flipH="1">
            <a:off x="2862567" y="1896447"/>
            <a:ext cx="2337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36DFB38-0ECC-E68D-B886-D479B8DD5EC1}"/>
              </a:ext>
            </a:extLst>
          </p:cNvPr>
          <p:cNvCxnSpPr>
            <a:cxnSpLocks/>
          </p:cNvCxnSpPr>
          <p:nvPr/>
        </p:nvCxnSpPr>
        <p:spPr>
          <a:xfrm>
            <a:off x="2862567" y="1896447"/>
            <a:ext cx="0" cy="2097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C7FB3B3-3963-3C59-4E32-9CBDACB5612F}"/>
              </a:ext>
            </a:extLst>
          </p:cNvPr>
          <p:cNvCxnSpPr>
            <a:cxnSpLocks/>
          </p:cNvCxnSpPr>
          <p:nvPr/>
        </p:nvCxnSpPr>
        <p:spPr>
          <a:xfrm>
            <a:off x="3092659" y="1678898"/>
            <a:ext cx="0" cy="219307"/>
          </a:xfrm>
          <a:prstGeom prst="line">
            <a:avLst/>
          </a:prstGeom>
          <a:ln w="19050">
            <a:solidFill>
              <a:schemeClr val="tx1"/>
            </a:solidFill>
            <a:headEnd type="triangle" w="lg" len="lg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182CA33-D5B7-7BEB-ED7A-AF786331DB35}"/>
              </a:ext>
            </a:extLst>
          </p:cNvPr>
          <p:cNvCxnSpPr>
            <a:cxnSpLocks/>
          </p:cNvCxnSpPr>
          <p:nvPr/>
        </p:nvCxnSpPr>
        <p:spPr>
          <a:xfrm flipH="1">
            <a:off x="2980263" y="1672523"/>
            <a:ext cx="2337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38BD07-CF7F-FF6E-AB34-61A5C7435D32}"/>
              </a:ext>
            </a:extLst>
          </p:cNvPr>
          <p:cNvCxnSpPr>
            <a:cxnSpLocks/>
          </p:cNvCxnSpPr>
          <p:nvPr/>
        </p:nvCxnSpPr>
        <p:spPr>
          <a:xfrm>
            <a:off x="3092659" y="1458932"/>
            <a:ext cx="0" cy="2135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241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L</dc:creator>
  <cp:lastModifiedBy>K L</cp:lastModifiedBy>
  <cp:revision>1</cp:revision>
  <dcterms:created xsi:type="dcterms:W3CDTF">2026-01-18T18:02:41Z</dcterms:created>
  <dcterms:modified xsi:type="dcterms:W3CDTF">2026-01-18T18:13:54Z</dcterms:modified>
</cp:coreProperties>
</file>